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4311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042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05404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419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lang="en-US" sz="1800" b="0" kern="1200" spc="1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559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65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045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942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44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285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148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459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934" y="726847"/>
            <a:ext cx="7430680" cy="1691641"/>
          </a:xfrm>
        </p:spPr>
        <p:txBody>
          <a:bodyPr>
            <a:normAutofit fontScale="90000"/>
          </a:bodyPr>
          <a:lstStyle/>
          <a:p>
            <a:r>
              <a:rPr lang="pt-BR" dirty="0"/>
              <a:t>P</a:t>
            </a:r>
            <a:r>
              <a:rPr dirty="0" err="1"/>
              <a:t>rojeto</a:t>
            </a:r>
            <a:r>
              <a:rPr dirty="0"/>
              <a:t>: LLM Agents com </a:t>
            </a:r>
            <a:r>
              <a:rPr dirty="0" err="1"/>
              <a:t>HuggingFace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934" y="3954780"/>
            <a:ext cx="6994718" cy="872859"/>
          </a:xfrm>
        </p:spPr>
        <p:txBody>
          <a:bodyPr>
            <a:normAutofit lnSpcReduction="10000"/>
          </a:bodyPr>
          <a:lstStyle/>
          <a:p>
            <a:r>
              <a:rPr dirty="0" err="1"/>
              <a:t>Autores</a:t>
            </a:r>
            <a:r>
              <a:rPr dirty="0"/>
              <a:t>: Bruno Dias, </a:t>
            </a:r>
            <a:r>
              <a:rPr dirty="0" err="1"/>
              <a:t>Caio</a:t>
            </a:r>
            <a:r>
              <a:rPr dirty="0"/>
              <a:t> </a:t>
            </a:r>
            <a:r>
              <a:rPr dirty="0" err="1"/>
              <a:t>Limonge</a:t>
            </a:r>
            <a:r>
              <a:rPr dirty="0"/>
              <a:t>, Enzo Gonzalez,</a:t>
            </a:r>
          </a:p>
          <a:p>
            <a:r>
              <a:rPr dirty="0" err="1"/>
              <a:t>Éder</a:t>
            </a:r>
            <a:r>
              <a:rPr dirty="0"/>
              <a:t> Junior, Henrique De Oliveira, Gustavo Mori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3" y="1828801"/>
            <a:ext cx="6545777" cy="1219199"/>
          </a:xfrm>
        </p:spPr>
        <p:txBody>
          <a:bodyPr/>
          <a:lstStyle/>
          <a:p>
            <a:r>
              <a:rPr dirty="0"/>
              <a:t>Como </a:t>
            </a:r>
            <a:r>
              <a:rPr dirty="0" err="1"/>
              <a:t>permitir</a:t>
            </a:r>
            <a:r>
              <a:rPr dirty="0"/>
              <a:t> que um </a:t>
            </a:r>
            <a:r>
              <a:rPr dirty="0" err="1"/>
              <a:t>modelo</a:t>
            </a:r>
            <a:r>
              <a:rPr dirty="0"/>
              <a:t> de </a:t>
            </a:r>
            <a:r>
              <a:rPr dirty="0" err="1"/>
              <a:t>linguagem</a:t>
            </a:r>
            <a:r>
              <a:rPr dirty="0"/>
              <a:t> (LLM) execute </a:t>
            </a:r>
            <a:r>
              <a:rPr dirty="0" err="1"/>
              <a:t>tarefas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cálculo</a:t>
            </a:r>
            <a:r>
              <a:rPr dirty="0"/>
              <a:t>, </a:t>
            </a:r>
            <a:r>
              <a:rPr dirty="0" err="1"/>
              <a:t>busca</a:t>
            </a:r>
            <a:r>
              <a:rPr dirty="0"/>
              <a:t> e </a:t>
            </a:r>
            <a:r>
              <a:rPr dirty="0" err="1"/>
              <a:t>respostas</a:t>
            </a:r>
            <a:r>
              <a:rPr dirty="0"/>
              <a:t> </a:t>
            </a:r>
            <a:r>
              <a:rPr dirty="0" err="1"/>
              <a:t>naturais</a:t>
            </a:r>
            <a:r>
              <a:rPr dirty="0"/>
              <a:t>, </a:t>
            </a:r>
            <a:r>
              <a:rPr dirty="0" err="1"/>
              <a:t>escolhendo</a:t>
            </a:r>
            <a:r>
              <a:rPr dirty="0"/>
              <a:t> </a:t>
            </a:r>
            <a:r>
              <a:rPr dirty="0" err="1"/>
              <a:t>sozinho</a:t>
            </a:r>
            <a:r>
              <a:rPr dirty="0"/>
              <a:t> a </a:t>
            </a:r>
            <a:r>
              <a:rPr dirty="0" err="1"/>
              <a:t>melhor</a:t>
            </a:r>
            <a:r>
              <a:rPr dirty="0"/>
              <a:t> </a:t>
            </a:r>
            <a:r>
              <a:rPr dirty="0" err="1"/>
              <a:t>ação</a:t>
            </a:r>
            <a:r>
              <a:rPr dirty="0"/>
              <a:t> para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tipo</a:t>
            </a:r>
            <a:r>
              <a:rPr dirty="0"/>
              <a:t> de </a:t>
            </a:r>
            <a:r>
              <a:rPr dirty="0" err="1"/>
              <a:t>pergunta</a:t>
            </a:r>
            <a:r>
              <a:rPr dirty="0"/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Solução Desenvolvida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1828802"/>
            <a:ext cx="6446520" cy="3372464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Implementação</a:t>
            </a:r>
            <a:r>
              <a:rPr dirty="0"/>
              <a:t> de um LLM Agent simples </a:t>
            </a:r>
            <a:r>
              <a:rPr dirty="0" err="1"/>
              <a:t>em</a:t>
            </a:r>
            <a:r>
              <a:rPr dirty="0"/>
              <a:t> Python.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Uso</a:t>
            </a:r>
            <a:r>
              <a:rPr dirty="0"/>
              <a:t> da </a:t>
            </a:r>
            <a:r>
              <a:rPr dirty="0" err="1"/>
              <a:t>biblioteca</a:t>
            </a:r>
            <a:r>
              <a:rPr dirty="0"/>
              <a:t> </a:t>
            </a:r>
            <a:r>
              <a:rPr dirty="0" err="1"/>
              <a:t>HuggingFace</a:t>
            </a:r>
            <a:r>
              <a:rPr dirty="0"/>
              <a:t> Transformers.</a:t>
            </a:r>
          </a:p>
          <a:p>
            <a:pPr marL="0" indent="0">
              <a:buNone/>
            </a:pPr>
            <a:r>
              <a:rPr dirty="0"/>
              <a:t>• O </a:t>
            </a:r>
            <a:r>
              <a:rPr dirty="0" err="1"/>
              <a:t>agente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   - </a:t>
            </a:r>
            <a:r>
              <a:rPr dirty="0" err="1"/>
              <a:t>Detecta</a:t>
            </a:r>
            <a:r>
              <a:rPr dirty="0"/>
              <a:t> </a:t>
            </a:r>
            <a:r>
              <a:rPr dirty="0" err="1"/>
              <a:t>cálculos</a:t>
            </a:r>
            <a:r>
              <a:rPr dirty="0"/>
              <a:t> e </a:t>
            </a:r>
            <a:r>
              <a:rPr dirty="0" err="1"/>
              <a:t>usa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função</a:t>
            </a:r>
            <a:r>
              <a:rPr dirty="0"/>
              <a:t> </a:t>
            </a:r>
            <a:r>
              <a:rPr dirty="0" err="1"/>
              <a:t>matemática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   - Faz </a:t>
            </a:r>
            <a:r>
              <a:rPr dirty="0" err="1"/>
              <a:t>buscas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um </a:t>
            </a:r>
            <a:r>
              <a:rPr dirty="0" err="1"/>
              <a:t>arquivo</a:t>
            </a:r>
            <a:r>
              <a:rPr dirty="0"/>
              <a:t> base</a:t>
            </a:r>
            <a:r>
              <a:rPr lang="pt-BR" dirty="0"/>
              <a:t>LLM</a:t>
            </a:r>
            <a:r>
              <a:rPr dirty="0"/>
              <a:t>.txt.</a:t>
            </a:r>
          </a:p>
          <a:p>
            <a:pPr marL="0" indent="0">
              <a:buNone/>
            </a:pPr>
            <a:r>
              <a:rPr dirty="0"/>
              <a:t>   - </a:t>
            </a:r>
            <a:r>
              <a:rPr dirty="0" err="1"/>
              <a:t>Usa</a:t>
            </a:r>
            <a:r>
              <a:rPr dirty="0"/>
              <a:t> o </a:t>
            </a:r>
            <a:r>
              <a:rPr dirty="0" err="1"/>
              <a:t>modelo</a:t>
            </a:r>
            <a:r>
              <a:rPr dirty="0"/>
              <a:t> 'flan-t5-base' para </a:t>
            </a:r>
            <a:r>
              <a:rPr dirty="0" err="1"/>
              <a:t>respostas</a:t>
            </a:r>
            <a:r>
              <a:rPr dirty="0"/>
              <a:t> </a:t>
            </a:r>
            <a:r>
              <a:rPr dirty="0" err="1"/>
              <a:t>gerais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• Código </a:t>
            </a:r>
            <a:r>
              <a:rPr dirty="0" err="1"/>
              <a:t>executado</a:t>
            </a:r>
            <a:r>
              <a:rPr dirty="0"/>
              <a:t> e </a:t>
            </a:r>
            <a:r>
              <a:rPr dirty="0" err="1"/>
              <a:t>testado</a:t>
            </a:r>
            <a:r>
              <a:rPr dirty="0"/>
              <a:t> no Google </a:t>
            </a:r>
            <a:r>
              <a:rPr dirty="0" err="1"/>
              <a:t>Colab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Execução do Projeto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• Código </a:t>
            </a:r>
            <a:r>
              <a:rPr lang="pt-BR" dirty="0"/>
              <a:t>dentro do notebook do </a:t>
            </a:r>
            <a:r>
              <a:rPr dirty="0"/>
              <a:t>Google </a:t>
            </a:r>
            <a:r>
              <a:rPr dirty="0" err="1"/>
              <a:t>Colab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• Testes </a:t>
            </a:r>
            <a:r>
              <a:rPr dirty="0" err="1"/>
              <a:t>realizados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   - </a:t>
            </a:r>
            <a:r>
              <a:rPr dirty="0" err="1"/>
              <a:t>Cálculo</a:t>
            </a:r>
            <a:r>
              <a:rPr dirty="0"/>
              <a:t> </a:t>
            </a:r>
            <a:r>
              <a:rPr dirty="0" err="1"/>
              <a:t>matemático</a:t>
            </a:r>
            <a:endParaRPr dirty="0"/>
          </a:p>
          <a:p>
            <a:pPr marL="0" indent="0">
              <a:buNone/>
            </a:pPr>
            <a:r>
              <a:rPr dirty="0"/>
              <a:t>   - </a:t>
            </a:r>
            <a:r>
              <a:rPr dirty="0" err="1"/>
              <a:t>Busca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termos</a:t>
            </a:r>
            <a:r>
              <a:rPr dirty="0"/>
              <a:t> no </a:t>
            </a:r>
            <a:r>
              <a:rPr dirty="0" err="1"/>
              <a:t>arquivo</a:t>
            </a:r>
            <a:endParaRPr dirty="0"/>
          </a:p>
          <a:p>
            <a:pPr marL="0" indent="0">
              <a:buNone/>
            </a:pPr>
            <a:r>
              <a:rPr dirty="0"/>
              <a:t>   - </a:t>
            </a:r>
            <a:r>
              <a:rPr dirty="0" err="1"/>
              <a:t>Perguntas</a:t>
            </a:r>
            <a:r>
              <a:rPr dirty="0"/>
              <a:t> </a:t>
            </a:r>
            <a:r>
              <a:rPr dirty="0" err="1"/>
              <a:t>abertas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LLM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Repositório</a:t>
            </a:r>
            <a:r>
              <a:rPr dirty="0"/>
              <a:t> GitHub </a:t>
            </a:r>
            <a:r>
              <a:rPr dirty="0" err="1"/>
              <a:t>deve</a:t>
            </a:r>
            <a:r>
              <a:rPr dirty="0"/>
              <a:t> </a:t>
            </a:r>
            <a:r>
              <a:rPr dirty="0" err="1"/>
              <a:t>conter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   - Código .</a:t>
            </a:r>
            <a:r>
              <a:rPr dirty="0" err="1"/>
              <a:t>ipynb</a:t>
            </a:r>
            <a:r>
              <a:rPr dirty="0"/>
              <a:t> (</a:t>
            </a:r>
            <a:r>
              <a:rPr dirty="0" err="1"/>
              <a:t>opcional</a:t>
            </a:r>
            <a:r>
              <a:rPr dirty="0"/>
              <a:t>)</a:t>
            </a:r>
          </a:p>
          <a:p>
            <a:pPr marL="0" indent="0">
              <a:buNone/>
            </a:pPr>
            <a:r>
              <a:rPr dirty="0"/>
              <a:t>   - base.txt</a:t>
            </a:r>
          </a:p>
          <a:p>
            <a:pPr marL="0" indent="0">
              <a:buNone/>
            </a:pPr>
            <a:r>
              <a:rPr dirty="0"/>
              <a:t>   - README </a:t>
            </a:r>
            <a:r>
              <a:rPr dirty="0" err="1"/>
              <a:t>estruturado</a:t>
            </a:r>
            <a:endParaRPr dirty="0"/>
          </a:p>
          <a:p>
            <a:pPr marL="0" indent="0">
              <a:buNone/>
            </a:pPr>
            <a:r>
              <a:rPr dirty="0"/>
              <a:t>   - Slides </a:t>
            </a:r>
            <a:r>
              <a:rPr dirty="0" err="1"/>
              <a:t>em</a:t>
            </a:r>
            <a:r>
              <a:rPr dirty="0"/>
              <a:t> 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xibir">
  <a:themeElements>
    <a:clrScheme name="Exibir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Exibir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xibir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TM03457515[[fn=Exibir]]</Template>
  <TotalTime>9</TotalTime>
  <Words>192</Words>
  <Application>Microsoft Office PowerPoint</Application>
  <PresentationFormat>Apresentação na tela (4:3)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Arial</vt:lpstr>
      <vt:lpstr>Century Schoolbook</vt:lpstr>
      <vt:lpstr>Wingdings 2</vt:lpstr>
      <vt:lpstr>Exibir</vt:lpstr>
      <vt:lpstr>Projeto: LLM Agents com HuggingFace</vt:lpstr>
      <vt:lpstr>1. Problema</vt:lpstr>
      <vt:lpstr>2. Solução Desenvolvida</vt:lpstr>
      <vt:lpstr>3. Execução do Projeto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Bruno Dias</cp:lastModifiedBy>
  <cp:revision>2</cp:revision>
  <dcterms:created xsi:type="dcterms:W3CDTF">2013-01-27T09:14:16Z</dcterms:created>
  <dcterms:modified xsi:type="dcterms:W3CDTF">2025-11-19T17:32:32Z</dcterms:modified>
  <cp:category/>
</cp:coreProperties>
</file>